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9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336"/>
    <p:restoredTop sz="59234"/>
  </p:normalViewPr>
  <p:slideViewPr>
    <p:cSldViewPr snapToGrid="0">
      <p:cViewPr varScale="1">
        <p:scale>
          <a:sx n="65" d="100"/>
          <a:sy n="65" d="100"/>
        </p:scale>
        <p:origin x="824" y="200"/>
      </p:cViewPr>
      <p:guideLst/>
    </p:cSldViewPr>
  </p:slideViewPr>
  <p:notesTextViewPr>
    <p:cViewPr>
      <p:scale>
        <a:sx n="1" d="1"/>
        <a:sy n="1" d="1"/>
      </p:scale>
      <p:origin x="0" y="-496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334298-24E2-184A-BD19-4EB9995C8D12}" type="datetimeFigureOut">
              <a:rPr lang="en-GB" smtClean="0"/>
              <a:t>10/05/2026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99EE23-E0B4-844F-8556-21E3C5FE9B7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97996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task is to predict two targets from fashion reviews and metadata The two targets are different in nature: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Rating</a:t>
            </a:r>
            <a:r>
              <a:rPr lang="en-US" dirty="0"/>
              <a:t> is ordinal from 1 to 5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Recommended</a:t>
            </a:r>
            <a:r>
              <a:rPr lang="en-US" dirty="0"/>
              <a:t> is binary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9EE23-E0B4-844F-8556-21E3C5FE9B7C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23992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Put:</a:t>
            </a:r>
          </a:p>
          <a:p>
            <a:r>
              <a:rPr lang="en-US" dirty="0"/>
              <a:t>short description of dataset </a:t>
            </a:r>
          </a:p>
          <a:p>
            <a:r>
              <a:rPr lang="en-US" dirty="0"/>
              <a:t>input features: </a:t>
            </a:r>
          </a:p>
          <a:p>
            <a:pPr lvl="1"/>
            <a:r>
              <a:rPr lang="en-US" dirty="0"/>
              <a:t>age </a:t>
            </a:r>
          </a:p>
          <a:p>
            <a:pPr lvl="1"/>
            <a:r>
              <a:rPr lang="en-US" dirty="0"/>
              <a:t>title </a:t>
            </a:r>
          </a:p>
          <a:p>
            <a:pPr lvl="1"/>
            <a:r>
              <a:rPr lang="en-US" dirty="0"/>
              <a:t>review text </a:t>
            </a:r>
          </a:p>
          <a:p>
            <a:pPr lvl="1"/>
            <a:r>
              <a:rPr lang="en-US" dirty="0"/>
              <a:t>feedback count </a:t>
            </a:r>
          </a:p>
          <a:p>
            <a:pPr lvl="1"/>
            <a:r>
              <a:rPr lang="en-US" dirty="0"/>
              <a:t>product categories </a:t>
            </a:r>
          </a:p>
          <a:p>
            <a:r>
              <a:rPr lang="en-US" dirty="0"/>
              <a:t>targets: </a:t>
            </a:r>
          </a:p>
          <a:p>
            <a:pPr lvl="1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Rating</a:t>
            </a:r>
            <a:r>
              <a:rPr lang="en-US" dirty="0"/>
              <a:t> </a:t>
            </a:r>
          </a:p>
          <a:p>
            <a:pPr lvl="1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Recommended</a:t>
            </a:r>
            <a:r>
              <a:rPr lang="en-US" dirty="0"/>
              <a:t> </a:t>
            </a:r>
          </a:p>
          <a:p>
            <a:r>
              <a:rPr lang="en-US" dirty="0"/>
              <a:t>metric: </a:t>
            </a:r>
          </a:p>
          <a:p>
            <a:pPr lvl="1"/>
            <a:r>
              <a:rPr lang="en-US" dirty="0"/>
              <a:t>mean of Spearman correlations for the two targets </a:t>
            </a:r>
          </a:p>
          <a:p>
            <a:r>
              <a:rPr lang="en-US" dirty="0"/>
              <a:t>What to say:</a:t>
            </a:r>
          </a:p>
          <a:p>
            <a:r>
              <a:rPr lang="en-US" dirty="0"/>
              <a:t>Because the competition uses Spearman, preserving ranking is very important </a:t>
            </a:r>
          </a:p>
          <a:p>
            <a:r>
              <a:rPr lang="en-US" dirty="0"/>
              <a:t>This influenced model choices, especially for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Rating</a:t>
            </a:r>
            <a:endParaRPr lang="en-US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9EE23-E0B4-844F-8556-21E3C5FE9B7C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96796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/>
              <a:t>EDA → Classical NLP / </a:t>
            </a:r>
            <a:r>
              <a:rPr lang="en-US" b="1" dirty="0" err="1"/>
              <a:t>BoW</a:t>
            </a:r>
            <a:r>
              <a:rPr lang="en-US" b="1" dirty="0"/>
              <a:t> baseline → RNN model → Hybrid model → Final submission</a:t>
            </a:r>
            <a:endParaRPr lang="en-US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9EE23-E0B4-844F-8556-21E3C5FE9B7C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46036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Show:</a:t>
            </a:r>
          </a:p>
          <a:p>
            <a:r>
              <a:rPr lang="en-US" dirty="0"/>
              <a:t>distribution of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Rating</a:t>
            </a:r>
            <a:r>
              <a:rPr lang="en-US" dirty="0"/>
              <a:t> </a:t>
            </a:r>
          </a:p>
          <a:p>
            <a:r>
              <a:rPr lang="en-US" dirty="0"/>
              <a:t>distribution of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Recommended</a:t>
            </a:r>
            <a:r>
              <a:rPr lang="en-US" dirty="0"/>
              <a:t> </a:t>
            </a:r>
          </a:p>
          <a:p>
            <a:r>
              <a:rPr lang="en-US" dirty="0"/>
              <a:t>maybe correlation / crosstab between them </a:t>
            </a:r>
          </a:p>
          <a:p>
            <a:endParaRPr lang="en-US" dirty="0"/>
          </a:p>
          <a:p>
            <a:r>
              <a:rPr lang="en-US" dirty="0"/>
              <a:t>Main message:</a:t>
            </a:r>
          </a:p>
          <a:p>
            <a:r>
              <a:rPr lang="en-US" dirty="0"/>
              <a:t>Both targets are positively skewed </a:t>
            </a:r>
          </a:p>
          <a:p>
            <a:r>
              <a:rPr lang="en-US" dirty="0"/>
              <a:t>Most reviews are positive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Rating</a:t>
            </a:r>
            <a:r>
              <a:rPr lang="en-US" dirty="0"/>
              <a:t> and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Recommended</a:t>
            </a:r>
            <a:r>
              <a:rPr lang="en-US" dirty="0"/>
              <a:t> are strongly related </a:t>
            </a:r>
          </a:p>
          <a:p>
            <a:endParaRPr lang="en-US" dirty="0"/>
          </a:p>
          <a:p>
            <a:r>
              <a:rPr lang="en-US" dirty="0"/>
              <a:t>What to say:</a:t>
            </a:r>
          </a:p>
          <a:p>
            <a:r>
              <a:rPr lang="en-US" dirty="0"/>
              <a:t>The dataset is imbalanced toward positive opinions </a:t>
            </a:r>
          </a:p>
          <a:p>
            <a:r>
              <a:rPr lang="en-US" dirty="0"/>
              <a:t>This is important because it affects classification behavior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9EE23-E0B4-844F-8556-21E3C5FE9B7C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69638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Show:</a:t>
            </a:r>
          </a:p>
          <a:p>
            <a:r>
              <a:rPr lang="en-US" dirty="0"/>
              <a:t>missing values bar plot </a:t>
            </a:r>
          </a:p>
          <a:p>
            <a:r>
              <a:rPr lang="en-US" dirty="0"/>
              <a:t>maybe one table showing: </a:t>
            </a:r>
          </a:p>
          <a:p>
            <a:pPr lvl="1"/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title_missing</a:t>
            </a:r>
            <a:r>
              <a:rPr lang="en-US" dirty="0"/>
              <a:t> </a:t>
            </a:r>
          </a:p>
          <a:p>
            <a:pPr lvl="1"/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review_missing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average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Rating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average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Recommended</a:t>
            </a:r>
            <a:r>
              <a:rPr lang="en-US" dirty="0"/>
              <a:t> </a:t>
            </a:r>
          </a:p>
          <a:p>
            <a:r>
              <a:rPr lang="en-US" dirty="0"/>
              <a:t>Main message:</a:t>
            </a:r>
          </a:p>
          <a:p>
            <a:r>
              <a:rPr lang="en-US" dirty="0"/>
              <a:t>Missing text is not random </a:t>
            </a:r>
          </a:p>
          <a:p>
            <a:r>
              <a:rPr lang="en-US" dirty="0"/>
              <a:t>Missing title/review can carry signal </a:t>
            </a:r>
          </a:p>
          <a:p>
            <a:r>
              <a:rPr lang="en-US" dirty="0"/>
              <a:t>Review length is </a:t>
            </a:r>
            <a:r>
              <a:rPr lang="en-US"/>
              <a:t>informative </a:t>
            </a:r>
          </a:p>
          <a:p>
            <a:endParaRPr lang="en-US" dirty="0"/>
          </a:p>
          <a:p>
            <a:r>
              <a:rPr lang="en-US" dirty="0"/>
              <a:t>What to say:</a:t>
            </a:r>
          </a:p>
          <a:p>
            <a:r>
              <a:rPr lang="en-US" dirty="0"/>
              <a:t>Reviews with missing text had different average targets </a:t>
            </a:r>
          </a:p>
          <a:p>
            <a:r>
              <a:rPr lang="en-US" dirty="0"/>
              <a:t>So I kept missingness indicators instead of simply dropping them </a:t>
            </a:r>
          </a:p>
          <a:p>
            <a:endParaRPr lang="en-US" dirty="0"/>
          </a:p>
          <a:p>
            <a:r>
              <a:rPr lang="en-US" dirty="0"/>
              <a:t>To mention:</a:t>
            </a:r>
          </a:p>
          <a:p>
            <a:r>
              <a:rPr lang="en-US" dirty="0"/>
              <a:t>title length </a:t>
            </a:r>
          </a:p>
          <a:p>
            <a:r>
              <a:rPr lang="en-US" dirty="0"/>
              <a:t>review length </a:t>
            </a:r>
          </a:p>
          <a:p>
            <a:r>
              <a:rPr lang="en-US" dirty="0"/>
              <a:t>text preprocessing decisions came from EDA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9EE23-E0B4-844F-8556-21E3C5FE9B7C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47574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12866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381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37612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5/10/26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005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5/10/26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73072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5/10/26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129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5/10/26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03488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5/10/26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1433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5/10/26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27135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6733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71777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15211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79" r:id="rId2"/>
    <p:sldLayoutId id="2147483678" r:id="rId3"/>
    <p:sldLayoutId id="2147483677" r:id="rId4"/>
    <p:sldLayoutId id="2147483676" r:id="rId5"/>
    <p:sldLayoutId id="2147483675" r:id="rId6"/>
    <p:sldLayoutId id="2147483674" r:id="rId7"/>
    <p:sldLayoutId id="2147483673" r:id="rId8"/>
    <p:sldLayoutId id="2147483672" r:id="rId9"/>
    <p:sldLayoutId id="2147483671" r:id="rId10"/>
    <p:sldLayoutId id="2147483670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E448DB1-4196-18A6-15DA-C72635C1B1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B0A525A-7DAE-ECC2-40D4-6934073077C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9687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F15DF8A-891A-1965-E372-1BA1F3B945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507179" y="173179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33000"/>
                </a:schemeClr>
              </a:gs>
              <a:gs pos="26000">
                <a:schemeClr val="bg1">
                  <a:alpha val="20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0AC3EE-A276-4DAA-FD66-B7CE57F741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806" y="1614699"/>
            <a:ext cx="4470544" cy="3474720"/>
          </a:xfrm>
        </p:spPr>
        <p:txBody>
          <a:bodyPr anchor="b">
            <a:normAutofit fontScale="90000"/>
          </a:bodyPr>
          <a:lstStyle/>
          <a:p>
            <a:pPr algn="l"/>
            <a:r>
              <a:rPr lang="en-US" sz="6000" dirty="0">
                <a:solidFill>
                  <a:schemeClr val="bg1">
                    <a:lumMod val="85000"/>
                    <a:lumOff val="15000"/>
                  </a:schemeClr>
                </a:solidFill>
              </a:rPr>
              <a:t>Final Project: Fashion Review Prediction</a:t>
            </a:r>
            <a:endParaRPr lang="en-GB" sz="5800" dirty="0">
              <a:solidFill>
                <a:schemeClr val="bg1">
                  <a:lumMod val="85000"/>
                  <a:lumOff val="1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052EE6-40AB-793A-F9FD-42FA9C0405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6472" y="609608"/>
            <a:ext cx="2006600" cy="647700"/>
          </a:xfrm>
          <a:prstGeom prst="rect">
            <a:avLst/>
          </a:prstGeom>
        </p:spPr>
      </p:pic>
      <p:sp>
        <p:nvSpPr>
          <p:cNvPr id="7" name="Subtitle 6">
            <a:extLst>
              <a:ext uri="{FF2B5EF4-FFF2-40B4-BE49-F238E27FC236}">
                <a16:creationId xmlns:a16="http://schemas.microsoft.com/office/drawing/2014/main" id="{77FB6B2D-5BD1-347A-EA84-8D56829E7A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0754" y="5089419"/>
            <a:ext cx="3398853" cy="1414091"/>
          </a:xfrm>
        </p:spPr>
        <p:txBody>
          <a:bodyPr>
            <a:normAutofit/>
          </a:bodyPr>
          <a:lstStyle/>
          <a:p>
            <a:r>
              <a:rPr lang="en-GB" sz="2400" dirty="0">
                <a:solidFill>
                  <a:schemeClr val="bg1">
                    <a:lumMod val="85000"/>
                    <a:lumOff val="15000"/>
                  </a:schemeClr>
                </a:solidFill>
              </a:rPr>
              <a:t>Daria Proniakova</a:t>
            </a:r>
          </a:p>
        </p:txBody>
      </p:sp>
    </p:spTree>
    <p:extLst>
      <p:ext uri="{BB962C8B-B14F-4D97-AF65-F5344CB8AC3E}">
        <p14:creationId xmlns:p14="http://schemas.microsoft.com/office/powerpoint/2010/main" val="554128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506D34-69E6-59A8-BD5F-46CCF18FD4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and evaluation metric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292AE3-6DDF-DE99-9D20-CCFA287EAC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13012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2C311-D769-6825-2C0C-DD2FDB114F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workflow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2001BB-EFF0-BDF3-AA3B-3187D45930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66343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4C1AFD-38C2-FECC-13A2-6BB7FF7E4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EDA: target distributions and data patterns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83CE14-49C7-36C2-273B-27408C296F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60490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311046-3E9E-6865-F748-A8C73A9EF3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EDA: missing values and text behavior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B9BD00-6260-5610-80D1-D0DC6F4445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1563725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Circuit</Template>
  <TotalTime>6</TotalTime>
  <Words>259</Words>
  <Application>Microsoft Macintosh PowerPoint</Application>
  <PresentationFormat>Widescreen</PresentationFormat>
  <Paragraphs>63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Arial</vt:lpstr>
      <vt:lpstr>Neue Haas Grotesk Text Pro</vt:lpstr>
      <vt:lpstr>VanillaVTI</vt:lpstr>
      <vt:lpstr>Final Project: Fashion Review Prediction</vt:lpstr>
      <vt:lpstr>Problem and evaluation metric</vt:lpstr>
      <vt:lpstr>Project workflow</vt:lpstr>
      <vt:lpstr>EDA: target distributions and data patterns</vt:lpstr>
      <vt:lpstr>EDA: missing values and text behavior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Daria Proniakova</dc:creator>
  <cp:lastModifiedBy>Daria Proniakova</cp:lastModifiedBy>
  <cp:revision>2</cp:revision>
  <dcterms:created xsi:type="dcterms:W3CDTF">2026-05-10T20:14:12Z</dcterms:created>
  <dcterms:modified xsi:type="dcterms:W3CDTF">2026-05-10T20:20:45Z</dcterms:modified>
</cp:coreProperties>
</file>